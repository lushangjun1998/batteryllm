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66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71B658-6D3A-9FB6-630B-2F53C68AB7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005FDAA-53CB-8913-7903-3665515EAE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DB20EF-D82E-31BF-AA1A-D3CD5108C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02249-2A3F-4B5C-924A-EC90B9C23714}" type="datetimeFigureOut">
              <a:rPr lang="zh-CN" altLang="en-US" smtClean="0"/>
              <a:t>2025/8/18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180708-AE34-EC6B-DE7D-4923C07BD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272BA6-CA0B-8D9C-73C9-91F08B442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45382-AEB7-45BD-AA66-8ED123230E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9791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7F7752-61D9-6056-CE5A-B8D6F7C17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041D48-16F8-09DF-065B-7408799DF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05B90E-152C-30CF-5CFA-F531D3AC9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02249-2A3F-4B5C-924A-EC90B9C23714}" type="datetimeFigureOut">
              <a:rPr lang="zh-CN" altLang="en-US" smtClean="0"/>
              <a:t>2025/8/18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0D31E8-852E-A78C-7754-88370F9C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253670-3B7E-5E08-907C-F4B0022D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45382-AEB7-45BD-AA66-8ED123230E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6405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B81B0C-CFF3-EF23-FE66-71D9CFF69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0302F17-BC37-858E-C2F7-88BD05132F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F568ED-1CEA-5E6F-217A-4B7DD1614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02249-2A3F-4B5C-924A-EC90B9C23714}" type="datetimeFigureOut">
              <a:rPr lang="zh-CN" altLang="en-US" smtClean="0"/>
              <a:t>2025/8/18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084049-9E6B-7B1A-F01B-2501FE9F9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7A05E3-E925-746C-41D6-167599CE6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45382-AEB7-45BD-AA66-8ED123230E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4900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82FB98-3B18-40D1-54EB-BCDA62581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3C4670-A073-767C-529B-29B8A390F0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9E8C015-9173-6DFE-A828-457E5A3AE2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BA7B003-8759-A561-9E14-E0D0DFE9C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02249-2A3F-4B5C-924A-EC90B9C23714}" type="datetimeFigureOut">
              <a:rPr lang="zh-CN" altLang="en-US" smtClean="0"/>
              <a:t>2025/8/18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EA634A2-EC2F-FE14-C955-A3E28F93C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14D5BFA-61CF-B5C7-ABF7-67A923E11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45382-AEB7-45BD-AA66-8ED123230E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5300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CBAC7D-DCA6-266E-21AC-A0DDAB5FD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FEC114-3716-F763-81BF-6DAB559E15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E185AC1-FED0-B1DE-7802-5A41012D61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7747413-2420-721B-383A-D7E35B8CA8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51CD751-0A7B-E2F2-86C6-0A06129AE7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5404743-BE2B-AAC5-54D9-04FF186F2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02249-2A3F-4B5C-924A-EC90B9C23714}" type="datetimeFigureOut">
              <a:rPr lang="zh-CN" altLang="en-US" smtClean="0"/>
              <a:t>2025/8/18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62F8A3E-C3E4-B5E0-9BB4-E6602FC4A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4BD8E61-F064-62B8-14BD-0210E6DEF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45382-AEB7-45BD-AA66-8ED123230E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1239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51B41B-E70C-6ECF-E7C0-CB9547AB4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6439B70-7B23-1081-89CF-17F980F7D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02249-2A3F-4B5C-924A-EC90B9C23714}" type="datetimeFigureOut">
              <a:rPr lang="zh-CN" altLang="en-US" smtClean="0"/>
              <a:t>2025/8/18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DEAAC59-05F7-F7A7-C4A0-CD3DE167E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BCEFADC-40D7-1076-B396-9A69F9FA1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45382-AEB7-45BD-AA66-8ED123230E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675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A78926C-FD31-D31A-F095-4572FB81D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02249-2A3F-4B5C-924A-EC90B9C23714}" type="datetimeFigureOut">
              <a:rPr lang="zh-CN" altLang="en-US" smtClean="0"/>
              <a:t>2025/8/18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7C0E2E5-CFA6-AFA0-975D-AFC4B5EAF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AC052F1-99B3-CEFA-35FA-148F7AFF1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45382-AEB7-45BD-AA66-8ED123230E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4735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A6A451-77E7-3574-415B-A4C1889C3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4693D2-2ED7-E365-D365-4464660E8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B9D36E8-9FC0-9949-B7C7-8197BB6D98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49BDB66-A203-8A91-75FE-1A6E87011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02249-2A3F-4B5C-924A-EC90B9C23714}" type="datetimeFigureOut">
              <a:rPr lang="zh-CN" altLang="en-US" smtClean="0"/>
              <a:t>2025/8/18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D76486-E8A0-EEE3-C9D0-6F992F94E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EF0CD6D-3EB2-5016-26C1-35C40B682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45382-AEB7-45BD-AA66-8ED123230E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9883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3FCDCA-DC61-A1B8-6668-86D68D4E3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F012C40-B766-996E-B4F9-DA0E8864BD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A284B38-DD11-BA08-7907-61AD70170C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E5882F2-8319-4F61-AC75-E0AE74E62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02249-2A3F-4B5C-924A-EC90B9C23714}" type="datetimeFigureOut">
              <a:rPr lang="zh-CN" altLang="en-US" smtClean="0"/>
              <a:t>2025/8/18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0BC5947-66FD-890C-6885-C075B2FB8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8E16A7A-32BD-7745-5E68-4AC7D7CD6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45382-AEB7-45BD-AA66-8ED123230E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0205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02804D-4967-EADA-3214-EB098049D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DA7F235-4CD9-0424-3DB3-57157C8E33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7CFF76-ECFD-2CE5-74C0-DE703870C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02249-2A3F-4B5C-924A-EC90B9C23714}" type="datetimeFigureOut">
              <a:rPr lang="zh-CN" altLang="en-US" smtClean="0"/>
              <a:t>2025/8/18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5E808E-ABB3-AC03-027D-10FFD1A5C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18C729-12E2-06E5-AAF0-AF841A785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45382-AEB7-45BD-AA66-8ED123230E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1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B326F12-A4EA-F205-28AF-F3C57545B2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F7E681E-536E-80FF-92CF-3D5E3C8EAA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9414E6-BFEF-85DA-7530-D1D6FDFC8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02249-2A3F-4B5C-924A-EC90B9C23714}" type="datetimeFigureOut">
              <a:rPr lang="zh-CN" altLang="en-US" smtClean="0"/>
              <a:t>2025/8/18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51D380-18C1-4B69-00AD-18AECEFC2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F07172-AEA3-EFFA-7DEC-2DF1522EE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45382-AEB7-45BD-AA66-8ED123230E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497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1E711D5-4398-6E5D-5DFD-0EAECF906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2390FD3-42A5-E7AA-33E7-B20700DCBE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8EA8F0-9536-F3DC-FC79-99F845EC72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802249-2A3F-4B5C-924A-EC90B9C23714}" type="datetimeFigureOut">
              <a:rPr lang="zh-CN" altLang="en-US" smtClean="0"/>
              <a:t>2025/8/18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99C937-D22B-7D1C-4FE4-68ACE913AD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7E4247-532A-E40B-DF64-747E8B6B7C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345382-AEB7-45BD-AA66-8ED123230E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682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876CED24-D755-2DA2-27E2-BCD4D905D1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714" y="514666"/>
            <a:ext cx="5958019" cy="474501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3B87BCA-D240-7651-1419-A50D0C4F8FDC}"/>
              </a:ext>
            </a:extLst>
          </p:cNvPr>
          <p:cNvSpPr txBox="1"/>
          <p:nvPr/>
        </p:nvSpPr>
        <p:spPr>
          <a:xfrm>
            <a:off x="1100667" y="838198"/>
            <a:ext cx="80433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前端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7ED560D-6814-DC2E-2F89-8AEE8C18F4BC}"/>
              </a:ext>
            </a:extLst>
          </p:cNvPr>
          <p:cNvSpPr txBox="1"/>
          <p:nvPr/>
        </p:nvSpPr>
        <p:spPr>
          <a:xfrm>
            <a:off x="3231287" y="838198"/>
            <a:ext cx="80433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后端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94629DE-74F3-6B99-45BE-E704DF689BA4}"/>
              </a:ext>
            </a:extLst>
          </p:cNvPr>
          <p:cNvSpPr txBox="1"/>
          <p:nvPr/>
        </p:nvSpPr>
        <p:spPr>
          <a:xfrm>
            <a:off x="3231287" y="4724398"/>
            <a:ext cx="80433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后端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9E61FB8-35AC-8FC8-8ED6-12D91E47DC72}"/>
              </a:ext>
            </a:extLst>
          </p:cNvPr>
          <p:cNvSpPr txBox="1"/>
          <p:nvPr/>
        </p:nvSpPr>
        <p:spPr>
          <a:xfrm>
            <a:off x="1100667" y="4724398"/>
            <a:ext cx="80433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前端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BA3276F-2CB0-3DD8-E21D-5B03FD5E6843}"/>
              </a:ext>
            </a:extLst>
          </p:cNvPr>
          <p:cNvSpPr txBox="1"/>
          <p:nvPr/>
        </p:nvSpPr>
        <p:spPr>
          <a:xfrm>
            <a:off x="5291667" y="838198"/>
            <a:ext cx="80433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RAG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5B0AD29-CD7C-4A90-C363-EE8DAD4F0028}"/>
              </a:ext>
            </a:extLst>
          </p:cNvPr>
          <p:cNvSpPr txBox="1"/>
          <p:nvPr/>
        </p:nvSpPr>
        <p:spPr>
          <a:xfrm>
            <a:off x="5291667" y="4708951"/>
            <a:ext cx="80433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RAG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59022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</Words>
  <Application>Microsoft Office PowerPoint</Application>
  <PresentationFormat>宽屏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微软雅黑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shangjun lu</dc:creator>
  <cp:lastModifiedBy>shangjun lu</cp:lastModifiedBy>
  <cp:revision>1</cp:revision>
  <dcterms:created xsi:type="dcterms:W3CDTF">2025-08-18T14:57:27Z</dcterms:created>
  <dcterms:modified xsi:type="dcterms:W3CDTF">2025-08-18T15:04:04Z</dcterms:modified>
</cp:coreProperties>
</file>